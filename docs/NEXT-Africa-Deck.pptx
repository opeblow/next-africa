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were not built for this user. None of them start from a WhatsApp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Personas are drawn from docs/PROBLEM-FIT.md, mapped to real feature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in the words you already use - live build at https://next-africa.pages.dev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the only board that matters - live build at https://next-africa.pages.dev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follows up, so you do not have to - live build at https://next-africa.pages.dev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assemble themselves - live build at https://next-africa.pages.dev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recording from the deployed build - the execution loop running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is the user's call - live build at https://next-africa.pages.dev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deliberate. It is the fastest way to earn trust in Q and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BORDERLESS BYTES HACKATHON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C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 execution copilot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7240" y="3310128"/>
            <a:ext cx="1005840" cy="0"/>
          </a:xfrm>
          <a:prstGeom prst="line">
            <a:avLst/>
          </a:prstGeom>
          <a:noFill/>
          <a:ln w="38100">
            <a:solidFill>
              <a:srgbClr val="5C4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118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EB6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 it what matters in the same words you would use in a WhatsApp message.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EB6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turns the promise into a dated commitment, then follows through until it is done.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5074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Mobolaji Opeyemi Bolatito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9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Developer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Oluwatamilore Paul Olubanwo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9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Product Manager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39319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4160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BUILD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65008" y="44439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next-africa.pages.dev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65008" y="479145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+ docs: next-africa.onrender.com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here runs on conversation, not calendars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Africa the commitment is real and binding - and it is living in a chat thread with 400 other messages.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574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574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63C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"send the proposal before the Thursday meeting"  -  "remind me to follow up with Dana"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5143500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61188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Calendar-first apps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33272" y="3959352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Assume you block time deliberately. Most African work is reactive and negotiated in the moment.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0780" y="3429000"/>
            <a:ext cx="5143500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6812" y="361188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managers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6812" y="3959352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Assume a desktop and stable bandwidth. Data cost and patchy signal are real constraints.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5143500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93776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workflows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33272" y="5285232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Assume email is the record of work. WhatsApp threads and voice notes carry the actual load.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40780" y="4754880"/>
            <a:ext cx="5143500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6812" y="493776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PM tools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6812" y="5285232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Priced for salaried teams. Our users are students, freelancers, traders and solo operators.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AUDIENCE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this is built for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reality: the work arrives as conversation, on a phone, in another language than the software.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11680"/>
            <a:ext cx="5143500" cy="1463040"/>
          </a:xfrm>
          <a:prstGeom prst="roundRect">
            <a:avLst>
              <a:gd name="adj" fmla="val 3750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19456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Amina, 24 - fashion freelancer, Lagos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3272" y="2542032"/>
            <a:ext cx="46314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messages and voice notes while hand-sewing. Cannot sit at a laptop mid-work, and a calendar assumes she already knows tomorrow hour by hour.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0780" y="2011680"/>
            <a:ext cx="5143500" cy="1463040"/>
          </a:xfrm>
          <a:prstGeom prst="roundRect">
            <a:avLst>
              <a:gd name="adj" fmla="val 3750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6812" y="219456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Tunde, 31 - trader, Onitsha market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6812" y="2542032"/>
            <a:ext cx="46314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Verbal requests side by side, stock deadlines, payment promises. Task apps need constant typing; his commitments are spoken.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5143500" cy="1463040"/>
          </a:xfrm>
          <a:prstGeom prst="roundRect">
            <a:avLst>
              <a:gd name="adj" fmla="val 3750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93192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Chioma, 19 - undergrad, Ibadan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33272" y="4279392"/>
            <a:ext cx="46314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chats, forwarded PDFs, lecturer announcements. Nothing turns "the EOF document is due Thursday" into a dated, linked task.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0780" y="3749040"/>
            <a:ext cx="5143500" cy="1463040"/>
          </a:xfrm>
          <a:prstGeom prst="roundRect">
            <a:avLst>
              <a:gd name="adj" fmla="val 3750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6812" y="393192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Bola, 45 - clinic owner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6812" y="4279392"/>
            <a:ext cx="46314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Patients, vendors and staff promises over WhatsApp. Enterprise tools are priced for teams, not for a solo operator.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Africa-first: mobile-first, low-data, WhatsApp-native.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hears the promise, then makes it happen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it once, in your own words. NEXT structures it, dates it, and keeps the follow-through moving.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56832" y="1893380"/>
            <a:ext cx="4837176" cy="3071241"/>
          </a:xfrm>
          <a:prstGeom prst="rect">
            <a:avLst/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pic>
        <p:nvPicPr>
          <p:cNvPr id="9" name="Image 0" descr="C:\Users\USER\Documents\next\docs\assets\deck\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957388"/>
            <a:ext cx="4709160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- 01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in the words you already use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Type, attach a file, or send a voice note. It comes out as structured, dated commitments.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34456" y="1993963"/>
            <a:ext cx="5550408" cy="3510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  <a:effectLst>
            <a:outerShdw sx="100000" sy="100000" kx="0" ky="0" algn="bl" rotWithShape="0" blurRad="228600" dist="38100" dir="5400000">
              <a:srgbClr val="9AA0B2">
                <a:alpha val="28000"/>
              </a:srgbClr>
            </a:outerShdw>
          </a:effectLst>
        </p:spPr>
      </p:sp>
      <p:pic>
        <p:nvPicPr>
          <p:cNvPr id="10" name="Image 0" descr="C:\Users\USER\Documents\next\docs\assets\deck\04-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48827"/>
            <a:ext cx="5440680" cy="34004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18541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06654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message becomes several commitments, each with a real date and type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305409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293522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100 recent commitments are private context, so "it" and "the venue" resolve to the right thing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92277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80390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image, TXT, Markdown and CSV attachments up to 8 MB; voice is transcribed into the same pipeline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- 02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is the only board that matters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morning board, the waiting list, and live project progress - all data-driven, nothing fabricated.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34456" y="1993963"/>
            <a:ext cx="5550408" cy="3510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  <a:effectLst>
            <a:outerShdw sx="100000" sy="100000" kx="0" ky="0" algn="bl" rotWithShape="0" blurRad="228600" dist="38100" dir="5400000">
              <a:srgbClr val="9AA0B2">
                <a:alpha val="28000"/>
              </a:srgbClr>
            </a:outerShdw>
          </a:effectLst>
        </p:spPr>
      </p:sp>
      <p:pic>
        <p:nvPicPr>
          <p:cNvPr id="10" name="Image 0" descr="C:\Users\USER\Documents\next\docs\assets\deck\03-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48827"/>
            <a:ext cx="5440680" cy="34004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18541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06654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waiting-for and projects side by side, on one screen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305409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293522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a deadline, prepare a follow-up draft, and mark work done or waiting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92277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80390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is recorded status - never a timer pretending work happened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- 03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follows up, so you do not have 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nudges surface what is due, what is blocked, and what is waiting on someone else.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34456" y="1993963"/>
            <a:ext cx="5550408" cy="3510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  <a:effectLst>
            <a:outerShdw sx="100000" sy="100000" kx="0" ky="0" algn="bl" rotWithShape="0" blurRad="228600" dist="38100" dir="5400000">
              <a:srgbClr val="9AA0B2">
                <a:alpha val="28000"/>
              </a:srgbClr>
            </a:outerShdw>
          </a:effectLst>
        </p:spPr>
      </p:sp>
      <p:pic>
        <p:nvPicPr>
          <p:cNvPr id="10" name="Image 0" descr="C:\Users\USER\Documents\next\docs\assets\deck\06-nud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48827"/>
            <a:ext cx="5440680" cy="34004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18541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06654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items resurface until they are resolved, then stop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305409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293522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windows follow your proactivity level: quiet 24h, balanced 48h, active 7 days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92277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80390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Web Push sends a private daily summary with durable delivery records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- 04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assemble themselves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promise made across five days and three chats is auto-linked into one project with progress.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34456" y="1993963"/>
            <a:ext cx="5550408" cy="3510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  <a:effectLst>
            <a:outerShdw sx="100000" sy="100000" kx="0" ky="0" algn="bl" rotWithShape="0" blurRad="228600" dist="38100" dir="5400000">
              <a:srgbClr val="9AA0B2">
                <a:alpha val="28000"/>
              </a:srgbClr>
            </a:outerShdw>
          </a:effectLst>
        </p:spPr>
      </p:sp>
      <p:pic>
        <p:nvPicPr>
          <p:cNvPr id="10" name="Image 0" descr="C:\Users\USER\Documents\next\docs\assets\deck\05-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48827"/>
            <a:ext cx="5440680" cy="34004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18541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06654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Cross-message linking turns loose commitments into one trackable project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305409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293522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Stage, owner and due tags stay visible without a project-management seat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92277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80390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a solo operator, not a salaried team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- 05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approval to done, step by step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you approved, worked through with live progress - this is where a "will do later" sentence stops dying in a thread.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4949" y="1865376"/>
            <a:ext cx="5757743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  <a:effectLst>
            <a:outerShdw sx="100000" sy="100000" kx="0" ky="0" algn="bl" rotWithShape="0" blurRad="228600" dist="38100" dir="5400000">
              <a:srgbClr val="9AA0B2">
                <a:alpha val="28000"/>
              </a:srgbClr>
            </a:outerShdw>
          </a:effectLst>
        </p:spPr>
      </p:sp>
      <p:pic>
        <p:nvPicPr>
          <p:cNvPr id="10" name="Image 0" descr="C:\Users\USER\Documents\next\docs\assets\005-execut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9813" y="1920240"/>
            <a:ext cx="5648015" cy="3794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27685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15798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Understand, plan, decide, follow through, review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319125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307238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approve the plan before anything runs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410565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98678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is visible and recorded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- 06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Tone is the user's call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"Remind me, but do not nag me" is a setting, not a personality test.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34456" y="1993963"/>
            <a:ext cx="5550408" cy="3510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  <a:effectLst>
            <a:outerShdw sx="100000" sy="100000" kx="0" ky="0" algn="bl" rotWithShape="0" blurRad="228600" dist="38100" dir="5400000">
              <a:srgbClr val="9AA0B2">
                <a:alpha val="28000"/>
              </a:srgbClr>
            </a:outerShdw>
          </a:effectLst>
        </p:spPr>
      </p:sp>
      <p:pic>
        <p:nvPicPr>
          <p:cNvPr id="10" name="Image 0" descr="C:\Users\USER\Documents\next\docs\assets\deck\07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48827"/>
            <a:ext cx="5440680" cy="34004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18541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06654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Quiet, balanced and active change the due window and waiting follow-ups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305409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293522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"Remind me tomorrow" snoozes for 24 hours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922776"/>
            <a:ext cx="118872" cy="118872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803904"/>
            <a:ext cx="4645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Dates use the timezone chosen in settings, Africa/Lagos by default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small, honest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deployable pieces. No queue, no cluster, no vendor lock - and no claim we cannot demonstrate.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11680"/>
            <a:ext cx="5143500" cy="1298448"/>
          </a:xfrm>
          <a:prstGeom prst="roundRect">
            <a:avLst>
              <a:gd name="adj" fmla="val 4225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19456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- React 19 + Vite 8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3272" y="2542032"/>
            <a:ext cx="463143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State-based SPA, low-data by design, deployed on Cloudflare Pages. Talks to the API over a single base URL.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0780" y="2011680"/>
            <a:ext cx="5143500" cy="1298448"/>
          </a:xfrm>
          <a:prstGeom prst="roundRect">
            <a:avLst>
              <a:gd name="adj" fmla="val 4225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6812" y="2194560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- Node 24 + Express 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6812" y="2542032"/>
            <a:ext cx="463143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with JWT auth, zod validation, helmet, rate limiting and pino logging. Deployed on Render.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584448"/>
            <a:ext cx="5143500" cy="1298448"/>
          </a:xfrm>
          <a:prstGeom prst="roundRect">
            <a:avLst>
              <a:gd name="adj" fmla="val 4225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767328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- PostgreSQL 17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33272" y="4114800"/>
            <a:ext cx="463143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commitments, projects, nudges and push records, with indexes and FK constraints. Migrations apply on boot.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0780" y="3584448"/>
            <a:ext cx="5143500" cy="1298448"/>
          </a:xfrm>
          <a:prstGeom prst="roundRect">
            <a:avLst>
              <a:gd name="adj" fmla="val 4225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6812" y="3767328"/>
            <a:ext cx="46314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- OpenAI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6812" y="4114800"/>
            <a:ext cx="463143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mini for structured extraction via tool calls, Whisper-1 for voice. Timeouts and retries are configured.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is stateless JWT, so any instance can serve any request and horizontal scaling stays trivial.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we used, and why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Boring, current, and chosen so a teammate could read it on day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11680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16712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14984" y="245059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19, Vite 8, Tailwind CSS 4, Playwright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16712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55664" y="245059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24, Express 5, zod, pino, helmet, express-rate-limit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310128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46557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14984" y="37490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17, pg, SQL migrations, JWT (jsonwebtoken), bcrypt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310128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346557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55664" y="37490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GPT-4o mini, Whisper-1, tool-call extraction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608576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EFEDFF"/>
          </a:solidFill>
          <a:ln w="12700">
            <a:solidFill>
              <a:srgbClr val="DCD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76402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14984" y="50474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Pages, Render, Render Postgres, Web Push (VAPID)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608576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76402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55664" y="50474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workspaces, ESLint 10, Prettier, commitlint, GitHub Actions CI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limitations slide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is a deliberate boundary, stated in the README and in the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57400"/>
            <a:ext cx="10607040" cy="566928"/>
          </a:xfrm>
          <a:prstGeom prst="roundRect">
            <a:avLst>
              <a:gd name="adj" fmla="val 6452"/>
            </a:avLst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057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05740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autonomous task execution and no message sending. Drafts are prepared for your review and stay unsent.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770632"/>
            <a:ext cx="10607040" cy="566928"/>
          </a:xfrm>
          <a:prstGeom prst="roundRect">
            <a:avLst>
              <a:gd name="adj" fmla="val 6452"/>
            </a:avLst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77063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77063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is based on saved statuses, never a timer. We do not simulate work that did not happen.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483864"/>
            <a:ext cx="10607040" cy="566928"/>
          </a:xfrm>
          <a:prstGeom prst="roundRect">
            <a:avLst>
              <a:gd name="adj" fmla="val 6452"/>
            </a:avLst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48386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483864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calls need a real OPENAI_API_KEY. Our automated tests stub them, and we never present mocked calls as live.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197096"/>
            <a:ext cx="10607040" cy="566928"/>
          </a:xfrm>
          <a:prstGeom prst="roundRect">
            <a:avLst>
              <a:gd name="adj" fmla="val 6452"/>
            </a:avLst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1970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4197096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push needs VAPID keys and a secure origin. Reminders are a best-effort summary, not an alarm service.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910328"/>
            <a:ext cx="10607040" cy="566928"/>
          </a:xfrm>
          <a:prstGeom prst="roundRect">
            <a:avLst>
              <a:gd name="adj" fmla="val 6452"/>
            </a:avLst>
          </a:prstGeom>
          <a:solidFill>
            <a:srgbClr val="232D4B"/>
          </a:solidFill>
          <a:ln w="12700">
            <a:solidFill>
              <a:srgbClr val="3945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9103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91032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sign-in is not offered. Email and password only, with bcrypt hashing and signed sessions.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Judges: ask us to break any of these claims. We will show you the code.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Shipped, deployed, and usable today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prototype on a laptop. This is the live build the demo runs against.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822960" cy="0"/>
          </a:xfrm>
          <a:prstGeom prst="line">
            <a:avLst/>
          </a:prstGeom>
          <a:noFill/>
          <a:ln w="31750">
            <a:solidFill>
              <a:srgbClr val="5C4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11680"/>
            <a:ext cx="106070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https://next-africa.pages.dev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7532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Pages, mobile-first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670048"/>
            <a:ext cx="10607040" cy="548640"/>
          </a:xfrm>
          <a:prstGeom prst="roundRect">
            <a:avLst>
              <a:gd name="adj" fmla="val 666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26700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6700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https://next-africa.onrender.com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75320" y="26700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web service, health-checked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328416"/>
            <a:ext cx="106070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3284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3284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https://next-africa.onrender.com/api/docs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75320" y="33284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Interactive, generated from the running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986784"/>
            <a:ext cx="10607040" cy="548640"/>
          </a:xfrm>
          <a:prstGeom prst="roundRect">
            <a:avLst>
              <a:gd name="adj" fmla="val 6667"/>
            </a:avLst>
          </a:prstGeom>
          <a:solidFill>
            <a:srgbClr val="F7F7FB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39867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9867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PostgreSQL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39867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Migrations applied, demo data seeded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645152"/>
            <a:ext cx="106070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6451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6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46451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D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passing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75320" y="46451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node:test, covering auth, dates, files and dedupe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account is seeded so a judge can log in without setup.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82935" y="6382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146304" cy="146304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734056"/>
            <a:ext cx="0" cy="457200"/>
          </a:xfrm>
          <a:prstGeom prst="line">
            <a:avLst/>
          </a:prstGeom>
          <a:noFill/>
          <a:ln w="19050">
            <a:solidFill>
              <a:srgbClr val="3B4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45973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45973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capture-to-done loop, live on the public internet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27832"/>
            <a:ext cx="146304" cy="146304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3392424"/>
            <a:ext cx="0" cy="457200"/>
          </a:xfrm>
          <a:prstGeom prst="line">
            <a:avLst/>
          </a:prstGeom>
          <a:noFill/>
          <a:ln w="19050">
            <a:solidFill>
              <a:srgbClr val="3B46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1181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118104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bot intake, so the promise never has to leave the chat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146304" cy="146304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4050792"/>
            <a:ext cx="0" cy="457200"/>
          </a:xfrm>
          <a:prstGeom prst="line">
            <a:avLst/>
          </a:prstGeom>
          <a:noFill/>
          <a:ln w="19050">
            <a:solidFill>
              <a:srgbClr val="3B46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764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77647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languages and offline-first sync for low-data users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544568"/>
            <a:ext cx="146304" cy="146304"/>
          </a:xfrm>
          <a:prstGeom prst="ellipse">
            <a:avLst/>
          </a:prstGeom>
          <a:solidFill>
            <a:srgbClr val="5C4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44348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4434840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and SME tiers for clinics, traders and small studios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440680"/>
            <a:ext cx="10607040" cy="0"/>
          </a:xfrm>
          <a:prstGeom prst="line">
            <a:avLst/>
          </a:prstGeom>
          <a:noFill/>
          <a:ln w="12700">
            <a:solidFill>
              <a:srgbClr val="3945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577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" y="60167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9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 it what matters. It makes sure it happens.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80960" y="55778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https://next-africa.pages.dev</a:t>
            </a:r>
            <a:pPr algn="r" indent="0" marL="0">
              <a:buNone/>
            </a:pP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6C75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https://next-africa.onrender.com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Africa  |  Borderless Bytes Hackathon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Africa - a personal execution copilot</dc:title>
  <dc:subject>Borderless Bytes Hackathon</dc:subject>
  <dc:creator>Mobolaji Opeyemi Bolatito, Oluwatamilore Paul Olubanwo</dc:creator>
  <cp:lastModifiedBy>Mobolaji Opeyemi Bolatito, Oluwatamilore Paul Olubanwo</cp:lastModifiedBy>
  <cp:revision>1</cp:revision>
  <dcterms:created xsi:type="dcterms:W3CDTF">2026-09-26T10:22:40Z</dcterms:created>
  <dcterms:modified xsi:type="dcterms:W3CDTF">2026-09-26T10:22:40Z</dcterms:modified>
</cp:coreProperties>
</file>